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534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184" y="10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192173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858000" y="3840480"/>
            <a:ext cx="2286000" cy="13030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" y="822960"/>
            <a:ext cx="2377440" cy="3200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8229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CSCI 434/534  ·  COLL 400 Capstone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77240" y="1325880"/>
            <a:ext cx="7772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Traffic</a:t>
            </a:r>
            <a:endParaRPr lang="en-US" sz="4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777240" y="3063240"/>
            <a:ext cx="5943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Machine Learning to Identify Websites</a:t>
            </a:r>
            <a:endParaRPr lang="en-US" sz="15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Encrypted Network Packets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44805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Sam, Levi, Lauren, Alex, Timmy, Joe ·  William &amp; Mary  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92608" y="20116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D9488"/>
                </a:solidFill>
              </a:rPr>
              <a:t>BACKGROUND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92608" y="50292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92608" y="1170432"/>
            <a:ext cx="8558784" cy="228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046720" y="46634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2 / 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92608" y="1298448"/>
            <a:ext cx="8558784" cy="749808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35331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we identify which website someone is visiting without ever seeing the URL or reading encrypted data?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92608" y="2212848"/>
            <a:ext cx="2834640" cy="2542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92608" y="2212848"/>
            <a:ext cx="2834640" cy="54864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2331720"/>
            <a:ext cx="2505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Security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2743200"/>
            <a:ext cx="2505456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unusual or malicious traffic patterns without decrypting private data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310128" y="2212848"/>
            <a:ext cx="2834640" cy="2542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310128" y="2212848"/>
            <a:ext cx="2834640" cy="54864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474720" y="2331720"/>
            <a:ext cx="2505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Management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74720" y="2743200"/>
            <a:ext cx="2505456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traffic sources to balance load and optimize performance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327648" y="2212848"/>
            <a:ext cx="2834640" cy="2542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327648" y="2212848"/>
            <a:ext cx="2834640" cy="54864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492240" y="2331720"/>
            <a:ext cx="2505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Enforcement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92240" y="2743200"/>
            <a:ext cx="2505456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ISPs and admins can classify traffic types to enforce access policies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92608" y="20116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D9488"/>
                </a:solidFill>
              </a:rPr>
              <a:t>PROPOSED METHOD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92608" y="50292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92608" y="1170432"/>
            <a:ext cx="8558784" cy="228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046720" y="46634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3 / 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92608" y="1417320"/>
            <a:ext cx="18288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92608" y="1417320"/>
            <a:ext cx="18288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20624" y="2002536"/>
            <a:ext cx="157276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60+ seconds of natural browsing per session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377440" y="1417320"/>
            <a:ext cx="18288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377440" y="1417320"/>
            <a:ext cx="18288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505456" y="2002536"/>
            <a:ext cx="157276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Wireshark records all traffic during the session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462272" y="1417320"/>
            <a:ext cx="18288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462272" y="1417320"/>
            <a:ext cx="18288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590288" y="2002536"/>
            <a:ext cx="157276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as .pcapng — one file = one record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547104" y="1417320"/>
            <a:ext cx="18288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6547104" y="1417320"/>
            <a:ext cx="18288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20624" y="154533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20624" y="1545336"/>
            <a:ext cx="347472" cy="3474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20624" y="1536192"/>
            <a:ext cx="347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59536" y="1563624"/>
            <a:ext cx="11338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 Website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157984" y="2125980"/>
            <a:ext cx="182880" cy="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505456" y="154533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505456" y="1545336"/>
            <a:ext cx="347472" cy="3474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505456" y="1536192"/>
            <a:ext cx="347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44368" y="1563624"/>
            <a:ext cx="11338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Packets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242816" y="2125980"/>
            <a:ext cx="182880" cy="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590288" y="154533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590288" y="1545336"/>
            <a:ext cx="347472" cy="3474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590288" y="1536192"/>
            <a:ext cx="347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029200" y="1563624"/>
            <a:ext cx="11338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File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327648" y="2125980"/>
            <a:ext cx="182880" cy="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675120" y="154533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6675120" y="1545336"/>
            <a:ext cx="347472" cy="3474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675120" y="1536192"/>
            <a:ext cx="347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7114032" y="1563624"/>
            <a:ext cx="11338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&amp; Repeat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675120" y="2002536"/>
            <a:ext cx="157276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 sessions per website, 5 websites total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2414016" y="3056023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Summary</a:t>
            </a:r>
            <a:endParaRPr lang="en-US" sz="110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0662703"/>
              </p:ext>
            </p:extLst>
          </p:nvPr>
        </p:nvGraphicFramePr>
        <p:xfrm>
          <a:off x="2414016" y="3334915"/>
          <a:ext cx="3840480" cy="150876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Website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Sessions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charset="0"/>
                          <a:cs typeface="Calibri" pitchFamily="34" charset="-120"/>
                        </a:rPr>
                        <a:t>GitHub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20+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charset="0"/>
                          <a:cs typeface="Calibri" pitchFamily="34" charset="-120"/>
                        </a:rPr>
                        <a:t>LinkedIn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20+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Handshake 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20+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more sites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~20+ each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~100+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92608" y="20116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D9488"/>
                </a:solidFill>
              </a:rPr>
              <a:t>PROPOSED METHOD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92608" y="50292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92608" y="1170432"/>
            <a:ext cx="8558784" cy="228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046720" y="46634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4 / 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92608" y="1261872"/>
            <a:ext cx="85587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pcap files can't be used directly, we extracted 9 numeric features from each browsing session.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92608" y="1691640"/>
            <a:ext cx="2651760" cy="621792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92608" y="1691640"/>
            <a:ext cx="2651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Wireshark .pcapng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944368" y="2002536"/>
            <a:ext cx="292608" cy="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36976" y="1691640"/>
            <a:ext cx="2651760" cy="6217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36976" y="1691640"/>
            <a:ext cx="2651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(Python)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888736" y="2002536"/>
            <a:ext cx="292608" cy="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181344" y="1691640"/>
            <a:ext cx="2651760" cy="62179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181344" y="1691640"/>
            <a:ext cx="2651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CSV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(100+ rows × 10 cols)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92608" y="2487168"/>
            <a:ext cx="2697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92608" y="2487168"/>
            <a:ext cx="64008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75488" y="2487168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 Count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0" y="2487168"/>
            <a:ext cx="2697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200400" y="2487168"/>
            <a:ext cx="64008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383280" y="2487168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Length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108192" y="2487168"/>
            <a:ext cx="2697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108192" y="2487168"/>
            <a:ext cx="64008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291072" y="2487168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Packet Interval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92608" y="3127248"/>
            <a:ext cx="2697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292608" y="3127248"/>
            <a:ext cx="64008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75488" y="3127248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Packet Interval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200400" y="3127248"/>
            <a:ext cx="2697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3200400" y="3127248"/>
            <a:ext cx="64008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383280" y="3127248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Packet Interval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108192" y="3127248"/>
            <a:ext cx="2697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6108192" y="3127248"/>
            <a:ext cx="64008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291072" y="3127248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Packet Length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92608" y="3767328"/>
            <a:ext cx="2697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292608" y="3767328"/>
            <a:ext cx="64008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75488" y="3767328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Packet Length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200400" y="3767328"/>
            <a:ext cx="2697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3200400" y="3767328"/>
            <a:ext cx="64008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3383280" y="3767328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Packet Length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108192" y="3767328"/>
            <a:ext cx="2697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6108192" y="3767328"/>
            <a:ext cx="64008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291072" y="3767328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Common Packet Length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92608" y="20116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D9488"/>
                </a:solidFill>
              </a:rPr>
              <a:t>PROPOSED METHOD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92608" y="50292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92608" y="1170432"/>
            <a:ext cx="8558784" cy="228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046720" y="46634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5 / 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92608" y="1298448"/>
            <a:ext cx="5394960" cy="3547872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92608" y="129844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38912" y="1298448"/>
            <a:ext cx="5120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Model - Random Forest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38912" y="1792224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38912" y="2048256"/>
            <a:ext cx="5074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ensemble learning method that builds many decision trees during training and combines their votes for the final prediction.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38912" y="2615184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38912" y="2871216"/>
            <a:ext cx="507492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Bootstrapping: each tree trains on a random sample of the data</a:t>
            </a:r>
            <a:endParaRPr lang="en-US" sz="10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randomness: random subset of features at each split</a:t>
            </a:r>
            <a:endParaRPr lang="en-US" sz="10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Majority voting: the most common class prediction wins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38912" y="3913632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chose it: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38912" y="4169664"/>
            <a:ext cx="5074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complex feature interactions, resistant to overfitting, and works well on small datasets.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870448" y="1298448"/>
            <a:ext cx="2980944" cy="3547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870448" y="1298448"/>
            <a:ext cx="2980944" cy="38404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016752" y="1298448"/>
            <a:ext cx="2697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Models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016752" y="1810512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016752" y="2103120"/>
            <a:ext cx="2697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features to class probabilities using a logistic function. Simple, interpretable, and widely used as a benchmark for classification tasks.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92608" y="4818888"/>
            <a:ext cx="85587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split: 60% train · 20% validation · 20% test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92608" y="20116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D9488"/>
                </a:solidFill>
              </a:rPr>
              <a:t>EVALUATION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92608" y="50292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92608" y="1170432"/>
            <a:ext cx="8558784" cy="228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046720" y="46634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6 / 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92608" y="1298448"/>
            <a:ext cx="20116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92608" y="1298448"/>
            <a:ext cx="201168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29768" y="146304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0.91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84048" y="1956816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Accuracy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87168" y="1298448"/>
            <a:ext cx="20116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487168" y="1298448"/>
            <a:ext cx="2011680" cy="54864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624328" y="146304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0.89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2578608" y="1956816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Macro F1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81728" y="1298448"/>
            <a:ext cx="20116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681728" y="1298448"/>
            <a:ext cx="2011680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818888" y="146304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0.83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4773168" y="1956816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Reg. Accuracy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876288" y="1298448"/>
            <a:ext cx="1975104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876288" y="1298448"/>
            <a:ext cx="1975104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013448" y="1463040"/>
            <a:ext cx="1700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0.84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6967728" y="1956816"/>
            <a:ext cx="17922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Reg. Macro F1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92608" y="257860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</a:t>
            </a:r>
            <a:endParaRPr lang="en-US" sz="11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92608" y="2907792"/>
          <a:ext cx="5486400" cy="96012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Macro F1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 (baseline)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 (proposed)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5" name="Shape 22"/>
          <p:cNvSpPr/>
          <p:nvPr/>
        </p:nvSpPr>
        <p:spPr>
          <a:xfrm>
            <a:off x="6053328" y="2578608"/>
            <a:ext cx="2798064" cy="1554480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6199632" y="2651760"/>
            <a:ext cx="25054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6199632" y="2944368"/>
            <a:ext cx="250545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134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outperformed the baseline in both accuracy (+8%) and Macro F1 (+5%), showing it better captures the complex patterns that distinguish website traffic.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292608" y="4215384"/>
            <a:ext cx="8467344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831877" y="4083023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figures (prediction vs. actual plots, confusion matrices, and feature importance charts) are included in the final report.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92608" y="292608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&amp; CONCLUSION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29260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7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92608" y="658368"/>
            <a:ext cx="4160520" cy="4224528"/>
          </a:xfrm>
          <a:prstGeom prst="rect">
            <a:avLst/>
          </a:prstGeom>
          <a:solidFill>
            <a:srgbClr val="1E3560"/>
          </a:solidFill>
          <a:ln w="12700">
            <a:solidFill>
              <a:srgbClr val="1E35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75488" y="804672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75488" y="1133856"/>
            <a:ext cx="379476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(0.91 accuracy) clearly outperformed Logistic Regression (0.83 accuracy)</a:t>
            </a:r>
            <a:endParaRPr lang="en-US" sz="10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simple packet-level features are sufficient to distinguish website traffic fingerprints</a:t>
            </a:r>
            <a:endParaRPr lang="en-US" sz="10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ML-based classification is feasible without URL access or payload decryption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75488" y="2505456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5488" y="2696649"/>
            <a:ext cx="379476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dataset, more sessions per site would improve generalization</a:t>
            </a:r>
            <a:endParaRPr lang="en-US" sz="10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sessions only, real-world traffic is dynamic and continuous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663440" y="804672"/>
            <a:ext cx="41879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663440" y="1133856"/>
            <a:ext cx="4187952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dataset, more websites, longer sessions, diverse network conditions</a:t>
            </a:r>
            <a:endParaRPr lang="en-US" sz="10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deep learning, CNNs trained directly on raw packet sequences</a:t>
            </a:r>
            <a:endParaRPr lang="en-US" sz="10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processing, integrate with streaming analytics platforms</a:t>
            </a:r>
            <a:endParaRPr lang="en-US" sz="10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deployment, build into real network monitoring infrastructure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63440" y="2834640"/>
            <a:ext cx="4187952" cy="204825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828032" y="2962656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28032" y="3291840"/>
            <a:ext cx="3840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demonstrates that machine learning , specifically Random Forest, can reliably classify website traffic from simple packet-level features, without ever accessing URLs or encrypted content. The approach has direct applications in network security, management, and performance optimization.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633</Words>
  <Application>Microsoft Macintosh PowerPoint</Application>
  <PresentationFormat>On-screen Show (16:9)</PresentationFormat>
  <Paragraphs>129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Network Traffic Classification</dc:title>
  <dc:subject>PptxGenJS Presentation</dc:subject>
  <dc:creator>PptxGenJS</dc:creator>
  <cp:lastModifiedBy>Schenk, Samuel</cp:lastModifiedBy>
  <cp:revision>3</cp:revision>
  <dcterms:created xsi:type="dcterms:W3CDTF">2026-04-20T18:20:50Z</dcterms:created>
  <dcterms:modified xsi:type="dcterms:W3CDTF">2026-04-20T18:45:00Z</dcterms:modified>
</cp:coreProperties>
</file>